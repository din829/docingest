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FY2025 Revenue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Product A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10.5</c:v>
                </c:pt>
                <c:pt idx="1">
                  <c:v>12.1</c:v>
                </c:pt>
                <c:pt idx="2">
                  <c:v>14.3</c:v>
                </c:pt>
                <c:pt idx="3">
                  <c:v>16.0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Product B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8.2</c:v>
                </c:pt>
                <c:pt idx="1">
                  <c:v>9.0</c:v>
                </c:pt>
                <c:pt idx="2">
                  <c:v>11.5</c:v>
                </c:pt>
                <c:pt idx="3">
                  <c:v>13.8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by Quarter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828800"/>
          <a:ext cx="54864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Just a text slide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